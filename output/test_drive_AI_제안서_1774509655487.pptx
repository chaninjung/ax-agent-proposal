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대상 | 1h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test_drive은(는) test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all 대상의 AI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test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test_drive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test_drive AI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test_drive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2026-03-26T07:20:55Z</dcterms:created>
  <dcterms:modified xsi:type="dcterms:W3CDTF">2026-03-26T07:20:55Z</dcterms:modified>
</cp:coreProperties>
</file>