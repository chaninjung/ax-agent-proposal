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AI���ͷ���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대상 | 3�ð�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���_û����은(는) ��ǰ����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�ӿ� 대상의 AI���ͷ���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��ǰ����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���_û����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 AI���ͷ���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���_û����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2026-03-26T07:25:12Z</dcterms:created>
  <dcterms:modified xsi:type="dcterms:W3CDTF">2026-03-26T07:25:12Z</dcterms:modified>
</cp:coreProperties>
</file>