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대상_청정원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AI리터러시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 대상 | 3시간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대상_청정원은(는) 식품유통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임원 대상의 AI리터러시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식품유통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식품유통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식품유통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식품유통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대상_청정원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식품유통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대상_청정원 AI리터러시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대상_청정원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2026-03-26T07:25:27Z</dcterms:created>
  <dcterms:modified xsi:type="dcterms:W3CDTF">2026-03-26T07:25:27Z</dcterms:modified>
</cp:coreProperties>
</file>