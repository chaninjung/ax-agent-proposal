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리터러시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 대상 | 3시간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대상그룹_청정원은(는) 식품 제조 및 글로벌 유통 (발효·소스·HMR 중심)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임원/경영진 대상의 AI 리터러시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식품 제조 및 글로벌 유통 (발효·소스·HMR 중심)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제조 및 글로벌 유통 (발효·소스·HMR 중심)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 제조 및 글로벌 유통 (발효·소스·HMR 중심)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 제조 및 글로벌 유통 (발효·소스·HMR 중심)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대상그룹_청정원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임원/경영진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 제조 및 글로벌 유통 (발효·소스·HMR 중심)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대상그룹_청정원 AI 리터러시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대상그룹_청정원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2026-03-26T07:26:24Z</dcterms:created>
  <dcterms:modified xsi:type="dcterms:W3CDTF">2026-03-26T07:26:24Z</dcterms:modified>
</cp:coreProperties>
</file>