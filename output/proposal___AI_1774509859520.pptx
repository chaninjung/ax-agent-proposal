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���_û����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AI���ͷ��� 교육 제안서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�ӿ� 대상 | 3�ð� | 2025-05-06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480560"/>
            <a:ext cx="3657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배경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���_û����은(는) ��ǰ���� 분야의 대표 기업으로, AI 기술의 빠른 발전에 따라 전사적 AI 역량 강화가 필요한 시점입니다.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�ӿ� 대상의 AI���ͷ��� 교육을 통해: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기술 트렌드와 비즈니스 영향력에 대한 이해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��ǰ���� 산업에서의 AI 활용 사례 학습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AI 기반 의사결정 역량 강화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조직 내 AI 문화 확산을 위한 리더십 확보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목표를 달성하고자 본 교육을 제안드립니다.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 목표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이해도 향상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�ӿ�의 AI 기본 개념 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트렌드 이해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6616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 역량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6616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��ǰ���� 산업 특화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사례 학습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606040" cy="320040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97280"/>
            <a:ext cx="73152" cy="32004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280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46520" y="1828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변화 리드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46520" y="2240280"/>
            <a:ext cx="914400" cy="274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23774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업무 혁신을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주도할 리더십 확보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구성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트렌드 브리핑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생성형 AI 현황, 산업별 영향 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��ǰ���� AI 활용 사례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��ǰ���� 분야 AI 도입 사례 및 성과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도구 체험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ChatGPT, Claude 등 주요 AI 도구 실습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전략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���_û���� AI 도입 방향성 토론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Q&amp;A 및 마무리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질의응답, 핵심 메시지 정리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이해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AI 리터러시 향상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�ӿ� AI 활용 역량 확보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92608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적용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효율화 기반 마련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��ǰ���� 특화 AI 적용 인사이트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5156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확산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12064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중심 조직문화 조성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자발적 AI 활용 분위기 형성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3840480" cy="155448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26080"/>
            <a:ext cx="73152" cy="155448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0632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경쟁력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120640" y="3566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경쟁력 강화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비즈니스 혁신 가속화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소개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7F7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2D2D"/>
                </a:solidFill>
              </a:rPr>
              <a:t>캐럿글로벌 AX사업부
</a:t>
            </a:r>
            <a:endParaRPr lang="en-US" sz="18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30613"/>
                </a:solidFill>
              </a:rPr>
              <a:t>"AI 도입의 본질은 기술이 아닌 사람과 업무의 재설계"
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</a:rPr>
              <a:t>주요 수행 실적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2026년 고용노동부 '중소기업 AI훈련확산센터' 수도권 수행기관 선정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GS리테일 전사 AI 교육 (100건 프로젝트)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대상그룹 전사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• 현대엔지니어링 AI 교육
</a:t>
            </a:r>
            <a:endParaRPr lang="en-US" sz="18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</a:rPr>
              <a:t>강점: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실무 중심 교육 | 맞춤형 커리큘럼 | AX 전문 컨설팅 | 사후 적용 지원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3061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���_û���� AI���ͷ��� 교육 제안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캐럿글로벌 AX사업부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���_û���� AI 교육 제안서</dc:title>
  <dc:subject>PptxGenJS Presentation</dc:subject>
  <dc:creator>캐럿글로벌 AX사업부</dc:creator>
  <cp:lastModifiedBy>캐럿글로벌 AX사업부</cp:lastModifiedBy>
  <cp:revision>1</cp:revision>
  <dcterms:created xsi:type="dcterms:W3CDTF">2026-03-26T07:24:19Z</dcterms:created>
  <dcterms:modified xsi:type="dcterms:W3CDTF">2026-03-26T07:24:19Z</dcterms:modified>
</cp:coreProperties>
</file>