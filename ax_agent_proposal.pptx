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팀 업무 효율화를 위한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기반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소스자료 공유 시스템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 실무 적용 과제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정찬인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 팀 현황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356616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35661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팀 구성 (6명)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팀리더 1명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373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30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 1명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3736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8036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AI개발 1명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82880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290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기타 3명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777240" y="2743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AI개발 1명 + 트레이니/계약직 협업 구조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10분 스탠드업 미팅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9" name="Text 12"/>
          <p:cNvSpPr/>
          <p:nvPr/>
        </p:nvSpPr>
        <p:spPr>
          <a:xfrm>
            <a:off x="51663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고객사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69164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321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|  현대엔지니어링  |  GS리테일 등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53212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고객사 동시 운영 중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846320" y="2880360"/>
            <a:ext cx="3840480" cy="173736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846320" y="2880360"/>
            <a:ext cx="73152" cy="1737360"/>
          </a:xfrm>
          <a:prstGeom prst="rect">
            <a:avLst/>
          </a:prstGeom>
          <a:solidFill>
            <a:srgbClr val="E55A1B"/>
          </a:solidFill>
          <a:ln/>
        </p:spPr>
      </p:sp>
      <p:sp>
        <p:nvSpPr>
          <p:cNvPr id="25" name="Text 17"/>
          <p:cNvSpPr/>
          <p:nvPr/>
        </p:nvSpPr>
        <p:spPr>
          <a:xfrm>
            <a:off x="516636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계획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16636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6명</a:t>
            </a:r>
            <a:endParaRPr lang="en-US" sz="3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56616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6656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5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12명</a:t>
            </a:r>
            <a:endParaRPr lang="en-US" sz="3000" dirty="0"/>
          </a:p>
        </p:txBody>
      </p:sp>
      <p:sp>
        <p:nvSpPr>
          <p:cNvPr id="29" name="Text 20"/>
          <p:cNvSpPr/>
          <p:nvPr/>
        </p:nvSpPr>
        <p:spPr>
          <a:xfrm>
            <a:off x="516636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인력 2~3명 + B2B/B2G 영업 채용 예정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정의: 3가지 병목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468880" cy="356616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35661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전문 지식 집중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194560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관련 질문과 확인이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1명에게 몰림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확장 시 병목 심화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468880" cy="356616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51560"/>
            <a:ext cx="73152" cy="35661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4290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자료 분산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429000" y="2194560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23774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프로젝트 자료,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레퍼런스가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개인별로 흩어져 있음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재활용 어려움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1051560"/>
            <a:ext cx="2468880" cy="356616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1051560"/>
            <a:ext cx="73152" cy="35661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1722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반복 제작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2194560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23774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제안서,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교육자료를 매번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작성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시간과 품질 편차 발생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5E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10058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"소스 자료는 공유, 산출물은 각자"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2606040" cy="24688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17320" y="2560320"/>
            <a:ext cx="640080" cy="6400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자료 축적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280160" y="3639312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3749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회사 자료, 산업별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레퍼런스, 과거 프로젝트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공유 저장소에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체계적으로 축적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37560" y="2377440"/>
            <a:ext cx="2606040" cy="24688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2560320"/>
            <a:ext cx="640080" cy="6400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51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자동화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160520" y="3639312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0" name="Text 15"/>
          <p:cNvSpPr/>
          <p:nvPr/>
        </p:nvSpPr>
        <p:spPr>
          <a:xfrm>
            <a:off x="3520440" y="3749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도구가 소스 자료를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기반으로 산출물 초안을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반복 작업 제거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2377440"/>
            <a:ext cx="2606040" cy="24688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517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산출물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040880" y="3639312"/>
            <a:ext cx="914400" cy="27432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0" y="3749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제안서, 교육 PPT,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커리큘럼은 각자의 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자율성과 품질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확보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200400"/>
            <a:ext cx="274320" cy="274320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2004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자료 저장 · 관리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37160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레퍼런스, 과거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데이터 축적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6072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76072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76072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자료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초안 생성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8803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2880360"/>
            <a:ext cx="73152" cy="155448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/ Dify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37160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자동화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7160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 → AI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산출물 출력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46320" y="28803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46320" y="2880360"/>
            <a:ext cx="73152" cy="155448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004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6072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76072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소통 + 알림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76072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채널,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알림, 공유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645920"/>
            <a:ext cx="274320" cy="274320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474720"/>
            <a:ext cx="274320" cy="27432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2331720" y="2651760"/>
            <a:ext cx="36576" cy="22860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32" name="Shape 23"/>
          <p:cNvSpPr/>
          <p:nvPr/>
        </p:nvSpPr>
        <p:spPr>
          <a:xfrm>
            <a:off x="6720840" y="2651760"/>
            <a:ext cx="36576" cy="228600"/>
          </a:xfrm>
          <a:prstGeom prst="rect">
            <a:avLst/>
          </a:prstGeom>
          <a:solidFill>
            <a:srgbClr val="FF6B2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시나리오 ① 제안서 자동화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29260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맨땅에서 제안서 시작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AI담당자에게 매번 확인 필요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성공 사례 찾기 어려움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맞춤화에 시간 소요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3840480" cy="29260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73152" cy="2926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6636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정보(산업, 규모, 니즈) 입력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유사 사례 자동 검색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제안서 초안 자동 생성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검토 · 다듬기만 수행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19456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5EE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사례: </a:t>
            </a:r>
            <a:pPr indent="0" marL="0">
              <a:buNone/>
            </a:pPr>
            <a:r>
              <a:rPr lang="en-US" sz="1200" dirty="0">
                <a:solidFill>
                  <a:srgbClr val="E55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Thompson Advisory Group — 리서치 브리핑 준비 4~5시간 → 10~15분으로 단축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시나리오 ② 교육자료 자동화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29260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고객사마다 교육자료 새로 제작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맞춤이 시간 소요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AI담당자 1명이 병목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편차 발생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3840480" cy="29260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73152" cy="2926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6636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레퍼런스 + 과거 자료 기반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교육 PPT 초안 자동 생성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핸드아웃/실습자료도 자동화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고품질 자료 제작 가능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19456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5EE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사례: </a:t>
            </a:r>
            <a:pPr indent="0" marL="0">
              <a:buNone/>
            </a:pPr>
            <a:r>
              <a:rPr lang="en-US" sz="1200" dirty="0">
                <a:solidFill>
                  <a:srgbClr val="E55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NIIT — SME 참여 시간 60% 절감  |  팀스파르타 — 콘텐츠 제작량 4배 증가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1645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164592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2801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제작 시간 단축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NIIT 사례 근거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846320" y="1051560"/>
            <a:ext cx="3840480" cy="1645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1051560"/>
            <a:ext cx="73152" cy="164592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2~3배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5669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수행 프로젝트 증가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692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자동화로 처리량 확대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926080"/>
            <a:ext cx="3840480" cy="1645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12801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입사자 온보딩 단축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8016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자료 즉시 활용 가능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46320" y="2926080"/>
            <a:ext cx="3840480" cy="1645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46320" y="2926080"/>
            <a:ext cx="73152" cy="164592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4612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6928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→ All</a:t>
            </a:r>
            <a:endParaRPr lang="en-US" sz="3400" dirty="0"/>
          </a:p>
        </p:txBody>
      </p:sp>
      <p:sp>
        <p:nvSpPr>
          <p:cNvPr id="27" name="Text 20"/>
          <p:cNvSpPr/>
          <p:nvPr/>
        </p:nvSpPr>
        <p:spPr>
          <a:xfrm>
            <a:off x="56692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전문지식 의존도 분산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692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의존 → 팀 전체로 확산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가능성: "써본 사람이 안다"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5E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"우리가 직접 쓰고 있습니다" = AX 컨설팅의 설득력이 달라진다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3840480" cy="25603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148840"/>
            <a:ext cx="73152" cy="256032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팀이 직접 활용하는 도구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— 팀 소통 · 프로젝트 관리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Confluence — 지식 관리 · 소스 자료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/ Dify — AI 워크플로우 자동화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— AI 업무 활용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148840"/>
            <a:ext cx="3840480" cy="25603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148840"/>
            <a:ext cx="73152" cy="2560320"/>
          </a:xfrm>
          <a:prstGeom prst="rect">
            <a:avLst/>
          </a:prstGeom>
          <a:solidFill>
            <a:srgbClr val="E55A1B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고객사가 쓰는 도구에도 적용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6636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— LG, SK, 포스코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— 삼성, 현대, 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— 카카오, 배민, 쿠팡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Salesforce — LG화학, 롯데렌탈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정찬인  |  캐럿글로벌 AX사업부 지원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팀 업무 효율화를 위한 AI 에이전트 기반 소스자료 공유 시스템</dc:title>
  <dc:subject>PptxGenJS Presentation</dc:subject>
  <dc:creator>정찬인</dc:creator>
  <cp:lastModifiedBy>정찬인</cp:lastModifiedBy>
  <cp:revision>1</cp:revision>
  <dcterms:created xsi:type="dcterms:W3CDTF">2026-03-26T05:20:12Z</dcterms:created>
  <dcterms:modified xsi:type="dcterms:W3CDTF">2026-03-26T05:20:12Z</dcterms:modified>
</cp:coreProperties>
</file>